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F172A"/>
                </a:solidFill>
              </a:defRPr>
            </a:pPr>
            <a:r>
              <a:t>EVOLUCIÓN, GLOSARIO Y CLASIFICACIÓN DE LA IA</a:t>
            </a:r>
          </a:p>
          <a:p>
            <a:pPr>
              <a:spcBef>
                <a:spcPts val="1000"/>
              </a:spcBef>
              <a:defRPr sz="2000">
                <a:solidFill>
                  <a:srgbClr val="0284C7"/>
                </a:solidFill>
              </a:defRPr>
            </a:pPr>
            <a:r>
              <a:t>Presentación Ejecutiva e Infografía Interactiva</a:t>
            </a:r>
          </a:p>
          <a:p>
            <a:pPr>
              <a:spcBef>
                <a:spcPts val="3000"/>
              </a:spcBef>
              <a:defRPr sz="1400">
                <a:solidFill>
                  <a:srgbClr val="64748B"/>
                </a:solidFill>
              </a:defRPr>
            </a:pPr>
            <a:r>
              <a:t>Autor: Cesar hessiel arevalo sanchez</a:t>
            </a:r>
            <a:br/>
            <a:r>
              <a:t>Contacto: utp0153205@alumno.utpuebla.edu.mx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Glosario Interactivo IA • Cesar hessiel arevalo sanchez | utp0153205@alumno.utpuebla.edu.mx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CLASIFICACIÓN CLÁSICA DE LA INTELIGENCIA ARTIFICIAL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IA DÉBIL (Narrow AI)</a:t>
            </a:r>
          </a:p>
          <a:p>
            <a:pPr>
              <a:spcBef>
                <a:spcPts val="500"/>
              </a:spcBef>
              <a:defRPr sz="1200">
                <a:solidFill>
                  <a:srgbClr val="0284C7"/>
                </a:solidFill>
              </a:defRPr>
            </a:pPr>
            <a:r>
              <a:t>[Dominante hoy]</a:t>
            </a:r>
          </a:p>
          <a:p>
            <a:pPr>
              <a:spcBef>
                <a:spcPts val="1500"/>
              </a:spcBef>
              <a:defRPr sz="1200">
                <a:solidFill>
                  <a:srgbClr val="64748B"/>
                </a:solidFill>
              </a:defRPr>
            </a:pPr>
            <a:r>
              <a:t>Especializada en una sola tarea sin conciencia general. Ejemplos: Recomendadores, Traductores, Chatbots acotados.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IA FUERTE (AGI)</a:t>
            </a:r>
          </a:p>
          <a:p>
            <a:pPr>
              <a:spcBef>
                <a:spcPts val="500"/>
              </a:spcBef>
              <a:defRPr sz="1200">
                <a:solidFill>
                  <a:srgbClr val="0284C7"/>
                </a:solidFill>
              </a:defRPr>
            </a:pPr>
            <a:r>
              <a:t>[En Desarrollo]</a:t>
            </a:r>
          </a:p>
          <a:p>
            <a:pPr>
              <a:spcBef>
                <a:spcPts val="1500"/>
              </a:spcBef>
              <a:defRPr sz="1200">
                <a:solidFill>
                  <a:srgbClr val="64748B"/>
                </a:solidFill>
              </a:defRPr>
            </a:pPr>
            <a:r>
              <a:t>Capacidad cognitiva general equivalente a la humana. Adaptabilidad entre dominios sin reentrenamiento.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IA SUPERINTELIGENTE (ASI)</a:t>
            </a:r>
          </a:p>
          <a:p>
            <a:pPr>
              <a:spcBef>
                <a:spcPts val="500"/>
              </a:spcBef>
              <a:defRPr sz="1200">
                <a:solidFill>
                  <a:srgbClr val="0284C7"/>
                </a:solidFill>
              </a:defRPr>
            </a:pPr>
            <a:r>
              <a:t>[Frontera Teórica]</a:t>
            </a:r>
          </a:p>
          <a:p>
            <a:pPr>
              <a:spcBef>
                <a:spcPts val="1500"/>
              </a:spcBef>
              <a:defRPr sz="1200">
                <a:solidFill>
                  <a:srgbClr val="64748B"/>
                </a:solidFill>
              </a:defRPr>
            </a:pPr>
            <a:r>
              <a:t>Supera con creces la capacidad intelectual humana combinada en creatividad, ciencia y resolución de problemas.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Glosario Interactivo IA • Cesar hessiel arevalo sanchez | utp0153205@alumno.utpuebla.edu.mx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LÍNEA DE TIEMPO: EVOLUCIÓN HISTÓRICA (10 HITOS)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1950s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Pioneros (Turing / Dartmouth)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64592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1960s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ELIZA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1970s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Primer Invierno de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64592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1980s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Sistemas Expertos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64592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1990s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Deep Blue vs Kasparov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2000s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Auge de Machine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84048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2010s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Deep Learning &amp; AlphaGo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84048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2020s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GPT &amp; ChatGPT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84048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2023-24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IA Multimodal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840480"/>
            <a:ext cx="20116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284C7"/>
                </a:solidFill>
              </a:defRPr>
            </a:pPr>
            <a:r>
              <a:t>Hoy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Agentes Autónomos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Glosario Interactivo IA • Cesar hessiel arevalo sanchez | utp0153205@alumno.utpuebla.edu.mx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